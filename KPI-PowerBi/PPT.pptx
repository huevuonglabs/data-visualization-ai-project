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86" autoAdjust="0"/>
    <p:restoredTop sz="94660"/>
  </p:normalViewPr>
  <p:slideViewPr>
    <p:cSldViewPr snapToGrid="0">
      <p:cViewPr>
        <p:scale>
          <a:sx n="200" d="100"/>
          <a:sy n="200" d="100"/>
        </p:scale>
        <p:origin x="96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70708-60AB-DFC1-E47D-36CAA8694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C42EC-E913-0415-A1D6-AE8336BAB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EBCAD-7682-1820-5154-1E00124B2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45C9E-DCFD-8136-5ECC-2652EE8A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2868-28A3-DF39-1D5C-8246A5347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1472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5D07-D436-797B-C78C-A55C7C101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0AD7-258B-BC30-A966-148860EE61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300D48-3FF3-093A-655B-FD4DCBB0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D6EBA-FC29-5B98-B435-D724C1266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0759-43DF-8A22-261A-AC60BC5B4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32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F2EC-AE3B-7133-A0A9-023E7B80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523A5-D2A2-3BFC-B53A-5EFC99225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2DEC5-3730-23A4-6AAA-4ACCEE6EE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7A059-F737-8B50-8A70-97798CBE1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A96BD-E156-696E-BC2C-A562D5F7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830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A490-B7E0-0578-2A36-FCD01CB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29424-F12C-9657-FE8E-FA8146953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0C25C-4E6A-ADF9-CC92-865A16464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4045D-1FB5-0830-427B-655570A1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D1566-DCD2-F808-CE72-DDBA1160B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9FEF6-CACD-DDAB-9227-280CD4385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002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73790-E78E-9E88-EF33-84ECC9613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AC68D-577A-4F6D-A9EF-D6D0DF7E1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95104-4105-B232-842E-D7C16D8AC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C4FB57-87D5-36FC-B25E-F68BC6CFAA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394B58-7083-713B-B7FC-4D8841D57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0C49B-6BC6-8590-803A-504A2E9A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51681B-9BE3-8616-41D4-FCA5C1606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869176-C533-3FE5-0146-82880A0D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87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AFC25-1A04-C8EB-9A08-036045D05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8DD60E-74AD-1CDB-349D-67967745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DC4D8A-681B-B89F-BBAF-AB56234C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7902B-EE6A-C0A3-3082-3FD3443C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68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7218B-9345-2DFC-0821-1F697575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565D90-F528-10CF-7C8F-3CF9D6C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FCFDA-4B78-572A-9262-B90E579E4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0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D6D14-4C41-35FE-B4EB-87641D776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26D84-B3EC-6868-95D8-261374FCD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A55A7A-A70A-4846-1048-2D5F73B82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818F6-2BF6-8D4E-BF0F-2541759F7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A7BF2-862F-A444-A1D5-B7A759578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7A9371-E7FE-B6E6-4E27-420D5E36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447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46056-DFDA-C4EF-EF2D-0D1D680B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345BB5-A5A9-3A1C-6839-1206B7F08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1B1A4-4B8F-B0CC-EA16-8A16496A2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8707B-EF34-A734-C798-924FF218A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7A47C-E6D0-F69C-9E31-C89E91C4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FF634-1153-720D-E579-89E52F624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459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E5B9E-755B-F913-9A2A-4AF990FD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BF490C-9CC0-DD32-BE23-685A0C306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29AC-56EE-CB63-5EAA-FFFDD838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80580-0A2C-1B24-1E31-17A717EE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0B350-8EBD-429F-5DAF-08E2C08DA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131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254C76-3DEE-7796-E954-EE007BC6B7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BE7B5-180E-281C-D8C2-1188BAED0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DA4C2-5870-E976-9198-6A8694194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5598C-9AE4-F609-4637-484A0C59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44ADF-9416-3F8B-DB73-C4BC1B6D2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693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AE0A69-DC85-6E61-AB33-352FDAC48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DE092-266B-74A2-D200-8F756ECA1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BB385-8142-DA0F-E84D-D2A634365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C2478-FED8-42EF-81CC-817391528C9C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B2E8E-D6C8-DBE1-D20F-514090AB75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80571-66DA-6D56-E514-1EAD80392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BDB18-DCE0-4261-98D2-C5CAB3710D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1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5DAB7D-2CC2-0E93-8105-BE0776CDDD81}"/>
              </a:ext>
            </a:extLst>
          </p:cNvPr>
          <p:cNvGrpSpPr/>
          <p:nvPr/>
        </p:nvGrpSpPr>
        <p:grpSpPr>
          <a:xfrm>
            <a:off x="1559626" y="1310244"/>
            <a:ext cx="2850078" cy="1385331"/>
            <a:chOff x="1559626" y="1310244"/>
            <a:chExt cx="2850078" cy="138533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99DC3D3-E765-730F-A3FF-FBDC30799838}"/>
                </a:ext>
              </a:extLst>
            </p:cNvPr>
            <p:cNvSpPr/>
            <p:nvPr/>
          </p:nvSpPr>
          <p:spPr>
            <a:xfrm>
              <a:off x="1559626" y="1310244"/>
              <a:ext cx="2850078" cy="1385331"/>
            </a:xfrm>
            <a:prstGeom prst="roundRect">
              <a:avLst>
                <a:gd name="adj" fmla="val 8819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9DBC33-1AB2-0F24-6C04-D7554399DF89}"/>
                </a:ext>
              </a:extLst>
            </p:cNvPr>
            <p:cNvSpPr txBox="1"/>
            <p:nvPr/>
          </p:nvSpPr>
          <p:spPr>
            <a:xfrm>
              <a:off x="1611085" y="1441071"/>
              <a:ext cx="50470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📈</a:t>
              </a:r>
              <a:endParaRPr lang="en-IN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8CDC417-281E-9059-1D9D-59153167E09A}"/>
                </a:ext>
              </a:extLst>
            </p:cNvPr>
            <p:cNvSpPr txBox="1"/>
            <p:nvPr/>
          </p:nvSpPr>
          <p:spPr>
            <a:xfrm>
              <a:off x="1928750" y="1456459"/>
              <a:ext cx="9144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Sales</a:t>
              </a:r>
              <a:endParaRPr lang="en-IN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FF8B04-DBF4-2EA0-0F54-6AAEAFADD2E1}"/>
                </a:ext>
              </a:extLst>
            </p:cNvPr>
            <p:cNvSpPr txBox="1"/>
            <p:nvPr/>
          </p:nvSpPr>
          <p:spPr>
            <a:xfrm>
              <a:off x="1630731" y="1790143"/>
              <a:ext cx="11162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$100K</a:t>
              </a:r>
              <a:endParaRPr lang="en-IN" sz="2400" b="1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BD305C-E9E3-6F17-23A9-2CF91E9B5BD1}"/>
                </a:ext>
              </a:extLst>
            </p:cNvPr>
            <p:cNvSpPr txBox="1"/>
            <p:nvPr/>
          </p:nvSpPr>
          <p:spPr>
            <a:xfrm>
              <a:off x="1630731" y="2308493"/>
              <a:ext cx="12944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vs last year 50K</a:t>
              </a:r>
              <a:endParaRPr lang="en-IN" sz="11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FD34CB7-7557-B6D1-C0A9-A742F962B0FA}"/>
                </a:ext>
              </a:extLst>
            </p:cNvPr>
            <p:cNvSpPr/>
            <p:nvPr/>
          </p:nvSpPr>
          <p:spPr>
            <a:xfrm>
              <a:off x="2818117" y="1914525"/>
              <a:ext cx="698130" cy="21290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+ $50K </a:t>
              </a:r>
              <a:endParaRPr lang="en-IN" sz="105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FC55002-EBD1-0D2B-99A7-6333A78D8A63}"/>
                </a:ext>
              </a:extLst>
            </p:cNvPr>
            <p:cNvSpPr/>
            <p:nvPr/>
          </p:nvSpPr>
          <p:spPr>
            <a:xfrm>
              <a:off x="3549649" y="1914525"/>
              <a:ext cx="698130" cy="212903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/>
                <a:t>+ 100%</a:t>
              </a:r>
              <a:endParaRPr lang="en-IN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33225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EA456959-DEE0-89D3-6A7B-605FE13294ED}"/>
              </a:ext>
            </a:extLst>
          </p:cNvPr>
          <p:cNvGrpSpPr/>
          <p:nvPr/>
        </p:nvGrpSpPr>
        <p:grpSpPr>
          <a:xfrm>
            <a:off x="3631879" y="1364219"/>
            <a:ext cx="2187895" cy="2348155"/>
            <a:chOff x="3631879" y="1364219"/>
            <a:chExt cx="2187895" cy="23481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9030B7F-6E1A-D90E-371A-3CD035B32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1879" y="1364219"/>
              <a:ext cx="2013272" cy="1152875"/>
            </a:xfrm>
            <a:prstGeom prst="rect">
              <a:avLst/>
            </a:prstGeom>
          </p:spPr>
        </p:pic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2437185-2695-8579-0812-57E47FCEB592}"/>
                </a:ext>
              </a:extLst>
            </p:cNvPr>
            <p:cNvSpPr/>
            <p:nvPr/>
          </p:nvSpPr>
          <p:spPr>
            <a:xfrm>
              <a:off x="3765550" y="2724150"/>
              <a:ext cx="812800" cy="920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/>
                <a:t>1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B5C3B84-55B8-02E4-6502-01CA1173E96E}"/>
                </a:ext>
              </a:extLst>
            </p:cNvPr>
            <p:cNvSpPr/>
            <p:nvPr/>
          </p:nvSpPr>
          <p:spPr>
            <a:xfrm>
              <a:off x="3765550" y="2977243"/>
              <a:ext cx="555153" cy="920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/>
                <a:t>2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7F379E9-F145-0AA6-6034-92DF26D9B70B}"/>
                </a:ext>
              </a:extLst>
            </p:cNvPr>
            <p:cNvSpPr/>
            <p:nvPr/>
          </p:nvSpPr>
          <p:spPr>
            <a:xfrm>
              <a:off x="3765550" y="3230336"/>
              <a:ext cx="417095" cy="920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/>
                <a:t>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F05F892-0593-FC6B-D829-DC110D1C1DCA}"/>
                </a:ext>
              </a:extLst>
            </p:cNvPr>
            <p:cNvSpPr txBox="1"/>
            <p:nvPr/>
          </p:nvSpPr>
          <p:spPr>
            <a:xfrm>
              <a:off x="3714749" y="2462540"/>
              <a:ext cx="210502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/>
                <a:t>Top 3 models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B40454-C5CD-A3EE-F7D8-F0344DE9A5A2}"/>
                </a:ext>
              </a:extLst>
            </p:cNvPr>
            <p:cNvSpPr txBox="1"/>
            <p:nvPr/>
          </p:nvSpPr>
          <p:spPr>
            <a:xfrm>
              <a:off x="4683124" y="2650545"/>
              <a:ext cx="889001" cy="10618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050" dirty="0"/>
                <a:t>100</a:t>
              </a:r>
            </a:p>
            <a:p>
              <a:r>
                <a:rPr lang="en-IN" sz="1050" dirty="0"/>
                <a:t>200</a:t>
              </a:r>
            </a:p>
            <a:p>
              <a:r>
                <a:rPr lang="en-IN" sz="1050" dirty="0"/>
                <a:t>300</a:t>
              </a:r>
            </a:p>
            <a:p>
              <a:endParaRPr lang="en-IN" sz="1050" dirty="0"/>
            </a:p>
            <a:p>
              <a:endParaRPr lang="en-IN" sz="1050" dirty="0"/>
            </a:p>
            <a:p>
              <a:r>
                <a:rPr lang="en-IN" sz="1050" dirty="0"/>
                <a:t>300 Others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3A24CF-5DB1-BED0-5FBD-7CC757A8705E}"/>
                </a:ext>
              </a:extLst>
            </p:cNvPr>
            <p:cNvSpPr/>
            <p:nvPr/>
          </p:nvSpPr>
          <p:spPr>
            <a:xfrm>
              <a:off x="3765550" y="3489552"/>
              <a:ext cx="417095" cy="92075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500" dirty="0"/>
                <a:t>others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6FA92038-E015-EB20-873F-98FE7BDD1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923" y="1516150"/>
            <a:ext cx="2188654" cy="23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51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26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Chandeep Chhabra</dc:creator>
  <cp:lastModifiedBy>Chandeep Chhabra</cp:lastModifiedBy>
  <cp:revision>2</cp:revision>
  <dcterms:created xsi:type="dcterms:W3CDTF">2026-07-30T05:33:59Z</dcterms:created>
  <dcterms:modified xsi:type="dcterms:W3CDTF">2026-08-04T05:37:39Z</dcterms:modified>
</cp:coreProperties>
</file>